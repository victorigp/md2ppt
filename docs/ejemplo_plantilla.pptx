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6"/>
  </p:notesMasterIdLst>
  <p:handoutMasterIdLst>
    <p:handoutMasterId r:id="rId7"/>
  </p:handoutMasterIdLst>
  <p:sldIdLst>
    <p:sldId id="262" r:id="rId2"/>
    <p:sldId id="348" r:id="rId3"/>
    <p:sldId id="351" r:id="rId4"/>
    <p:sldId id="358" r:id="rId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howGuides="1">
      <p:cViewPr varScale="1">
        <p:scale>
          <a:sx n="112" d="100"/>
          <a:sy n="112" d="100"/>
        </p:scale>
        <p:origin x="91" y="3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93" d="100"/>
          <a:sy n="93" d="100"/>
        </p:scale>
        <p:origin x="3240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30/04/2026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D2PPT_SUBTITLE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sp>
        <p:nvSpPr>
          <p:cNvPr id="2" name="MD2PPT_TITLE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D2PPT_BODY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D2PPT_PICTURE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DDABFAE-B852-467D-B3A0-77218E884F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336" y="92654"/>
            <a:ext cx="1552792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2PPT_TITLE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MD2PPT_BODY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rgbClr val="FFFF00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59" name="MD2PPT_SUBTITLE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9" name="MD2PPT_FOOTER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 dirty="0"/>
              <a:t>Empresa  /  Nombre del documento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4C78FAB-93C6-28E5-55D1-6A4B5F0815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04512" y="6080411"/>
            <a:ext cx="1152128" cy="438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D2PPT_TITLE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MD2PPT_SUBTITLE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D2PPT_BODY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2"/>
                </a:solidFill>
              </a:defRPr>
            </a:lvl1pPr>
            <a:lvl2pPr>
              <a:defRPr sz="1300">
                <a:solidFill>
                  <a:schemeClr val="bg2"/>
                </a:solidFill>
              </a:defRPr>
            </a:lvl2pPr>
            <a:lvl3pPr>
              <a:defRPr sz="1300">
                <a:solidFill>
                  <a:schemeClr val="bg2"/>
                </a:solidFill>
              </a:defRPr>
            </a:lvl3pPr>
            <a:lvl4pPr>
              <a:defRPr sz="1300">
                <a:solidFill>
                  <a:schemeClr val="bg2"/>
                </a:solidFill>
              </a:defRPr>
            </a:lvl4pPr>
            <a:lvl5pPr>
              <a:defRPr sz="1300">
                <a:solidFill>
                  <a:schemeClr val="bg2"/>
                </a:solidFill>
              </a:defRPr>
            </a:lvl5pPr>
          </a:lstStyle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8" name="MD2PPT_ANTETITLE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D2PPT_FOOTER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34962" y="6523038"/>
            <a:ext cx="3355708" cy="123111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s-ES" dirty="0"/>
              <a:t>Empresa  /  Nombre del documento </a:t>
            </a:r>
          </a:p>
        </p:txBody>
      </p:sp>
      <p:sp>
        <p:nvSpPr>
          <p:cNvPr id="6" name="MD2PPT_SLIDE_NUMBER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AE0F60-9765-F807-E50A-6731C26BE3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19604" y="3133684"/>
            <a:ext cx="1552792" cy="590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4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 dirty="0"/>
              <a:t>Empresa  /  Nombre del documento </a:t>
            </a:r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92" r:id="rId2"/>
    <p:sldLayoutId id="2147483720" r:id="rId3"/>
    <p:sldLayoutId id="2147483700" r:id="rId4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ítulo 1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Subtítulo</a:t>
            </a:r>
            <a:br>
              <a:rPr lang="es-ES" dirty="0"/>
            </a:br>
            <a:endParaRPr lang="es-ES" dirty="0"/>
          </a:p>
        </p:txBody>
      </p:sp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Título</a:t>
            </a:r>
            <a:br>
              <a:rPr lang="es-ES" dirty="0"/>
            </a:br>
            <a:br>
              <a:rPr lang="es-ES" dirty="0"/>
            </a:br>
            <a:endParaRPr lang="es-ES" dirty="0"/>
          </a:p>
        </p:txBody>
      </p:sp>
      <p:sp>
        <p:nvSpPr>
          <p:cNvPr id="17" name="Marcador de texto 16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Mes y año actual</a:t>
            </a:r>
          </a:p>
        </p:txBody>
      </p:sp>
    </p:spTree>
    <p:extLst>
      <p:ext uri="{BB962C8B-B14F-4D97-AF65-F5344CB8AC3E}">
        <p14:creationId xmlns:p14="http://schemas.microsoft.com/office/powerpoint/2010/main" val="259430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/>
              <a:t>01</a:t>
            </a:r>
            <a:endParaRPr lang="es-ES" dirty="0"/>
          </a:p>
        </p:txBody>
      </p:sp>
      <p:sp>
        <p:nvSpPr>
          <p:cNvPr id="4" name="Subtítulo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2487207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Título – Subtítulo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4"/>
          </p:nvPr>
        </p:nvSpPr>
        <p:spPr>
          <a:xfrm>
            <a:off x="333573" y="1466819"/>
            <a:ext cx="11521678" cy="519785"/>
          </a:xfrm>
        </p:spPr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Contenido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6E0692-35E6-4F66-A02A-129C208B1C4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 dirty="0">
                <a:solidFill>
                  <a:schemeClr val="bg2"/>
                </a:solidFill>
              </a:rPr>
              <a:t>Empresa  /  Título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1CF67F0-9B28-F3D0-4CBF-390AB1E3407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5480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6567182"/>
      </p:ext>
    </p:extLst>
  </p:cSld>
  <p:clrMapOvr>
    <a:masterClrMapping/>
  </p:clrMapOvr>
</p:sld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Arquitectura SIGAPEA</Template>
  <TotalTime>269</TotalTime>
  <Words>20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Arial</vt:lpstr>
      <vt:lpstr>Calibri</vt:lpstr>
      <vt:lpstr>INDRA THEME</vt:lpstr>
      <vt:lpstr>Título  </vt:lpstr>
      <vt:lpstr>Título</vt:lpstr>
      <vt:lpstr>Título – Subtítulo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Victor</dc:creator>
  <cp:lastModifiedBy>Victor</cp:lastModifiedBy>
  <cp:revision>39</cp:revision>
  <dcterms:created xsi:type="dcterms:W3CDTF">2026-02-20T12:58:16Z</dcterms:created>
  <dcterms:modified xsi:type="dcterms:W3CDTF">2026-04-30T10:12:02Z</dcterms:modified>
</cp:coreProperties>
</file>